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1" r:id="rId4"/>
    <p:sldId id="258" r:id="rId5"/>
    <p:sldId id="259" r:id="rId6"/>
    <p:sldId id="260" r:id="rId7"/>
    <p:sldId id="272" r:id="rId8"/>
    <p:sldId id="262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95FA82-FF43-4954-AE34-70F1818038A8}" v="95" dt="2026-07-06T22:44:36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4630" autoAdjust="0"/>
  </p:normalViewPr>
  <p:slideViewPr>
    <p:cSldViewPr snapToGrid="0" snapToObjects="1">
      <p:cViewPr varScale="1">
        <p:scale>
          <a:sx n="58" d="100"/>
          <a:sy n="58" d="100"/>
        </p:scale>
        <p:origin x="11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 Gawande" userId="939a0903c595349a" providerId="LiveId" clId="{EB6FA139-C4F9-46ED-8349-BDC78A87C821}"/>
    <pc:docChg chg="undo redo custSel addSld modSld sldOrd">
      <pc:chgData name="Sanjay Gawande" userId="939a0903c595349a" providerId="LiveId" clId="{EB6FA139-C4F9-46ED-8349-BDC78A87C821}" dt="2026-07-06T22:44:36.363" v="4395"/>
      <pc:docMkLst>
        <pc:docMk/>
      </pc:docMkLst>
      <pc:sldChg chg="modNotesTx">
        <pc:chgData name="Sanjay Gawande" userId="939a0903c595349a" providerId="LiveId" clId="{EB6FA139-C4F9-46ED-8349-BDC78A87C821}" dt="2026-07-06T21:50:11.860" v="2571" actId="20577"/>
        <pc:sldMkLst>
          <pc:docMk/>
          <pc:sldMk cId="0" sldId="256"/>
        </pc:sldMkLst>
      </pc:sldChg>
      <pc:sldChg chg="addSp delSp modSp mod modAnim modNotesTx">
        <pc:chgData name="Sanjay Gawande" userId="939a0903c595349a" providerId="LiveId" clId="{EB6FA139-C4F9-46ED-8349-BDC78A87C821}" dt="2026-07-06T21:55:10.070" v="2739" actId="20577"/>
        <pc:sldMkLst>
          <pc:docMk/>
          <pc:sldMk cId="0" sldId="257"/>
        </pc:sldMkLst>
        <pc:spChg chg="mod">
          <ac:chgData name="Sanjay Gawande" userId="939a0903c595349a" providerId="LiveId" clId="{EB6FA139-C4F9-46ED-8349-BDC78A87C821}" dt="2026-07-06T00:07:10.443" v="199" actId="255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Sanjay Gawande" userId="939a0903c595349a" providerId="LiveId" clId="{EB6FA139-C4F9-46ED-8349-BDC78A87C821}" dt="2026-07-06T00:07:16.903" v="200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anjay Gawande" userId="939a0903c595349a" providerId="LiveId" clId="{EB6FA139-C4F9-46ED-8349-BDC78A87C821}" dt="2026-07-06T00:06:38.648" v="198" actId="478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Sanjay Gawande" userId="939a0903c595349a" providerId="LiveId" clId="{EB6FA139-C4F9-46ED-8349-BDC78A87C821}" dt="2026-07-06T00:06:18.083" v="193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Sanjay Gawande" userId="939a0903c595349a" providerId="LiveId" clId="{EB6FA139-C4F9-46ED-8349-BDC78A87C821}" dt="2026-07-06T00:06:22.175" v="194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Sanjay Gawande" userId="939a0903c595349a" providerId="LiveId" clId="{EB6FA139-C4F9-46ED-8349-BDC78A87C821}" dt="2026-07-06T00:06:30.860" v="196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Sanjay Gawande" userId="939a0903c595349a" providerId="LiveId" clId="{EB6FA139-C4F9-46ED-8349-BDC78A87C821}" dt="2026-07-06T00:06:32.976" v="197" actId="478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Sanjay Gawande" userId="939a0903c595349a" providerId="LiveId" clId="{EB6FA139-C4F9-46ED-8349-BDC78A87C821}" dt="2026-07-06T00:06:28.110" v="195" actId="478"/>
          <ac:spMkLst>
            <pc:docMk/>
            <pc:sldMk cId="0" sldId="257"/>
            <ac:spMk id="9" creationId="{00000000-0000-0000-0000-000000000000}"/>
          </ac:spMkLst>
        </pc:spChg>
        <pc:picChg chg="add mod">
          <ac:chgData name="Sanjay Gawande" userId="939a0903c595349a" providerId="LiveId" clId="{EB6FA139-C4F9-46ED-8349-BDC78A87C821}" dt="2026-07-06T20:38:02.788" v="1573" actId="14100"/>
          <ac:picMkLst>
            <pc:docMk/>
            <pc:sldMk cId="0" sldId="257"/>
            <ac:picMk id="11" creationId="{1137B071-CEB3-10CD-B505-B476708CCC97}"/>
          </ac:picMkLst>
        </pc:picChg>
      </pc:sldChg>
      <pc:sldChg chg="modSp mod modNotesTx">
        <pc:chgData name="Sanjay Gawande" userId="939a0903c595349a" providerId="LiveId" clId="{EB6FA139-C4F9-46ED-8349-BDC78A87C821}" dt="2026-07-06T22:07:43.077" v="2944" actId="20577"/>
        <pc:sldMkLst>
          <pc:docMk/>
          <pc:sldMk cId="0" sldId="258"/>
        </pc:sldMkLst>
        <pc:spChg chg="mod">
          <ac:chgData name="Sanjay Gawande" userId="939a0903c595349a" providerId="LiveId" clId="{EB6FA139-C4F9-46ED-8349-BDC78A87C821}" dt="2026-07-06T00:53:33.995" v="585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50:10.330" v="706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47:19.656" v="693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49:20.497" v="704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47:50.766" v="698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47:22.522" v="697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48:44.765" v="702" actId="25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48:01.607" v="699" actId="25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47:07.510" v="689" actId="14100"/>
          <ac:spMkLst>
            <pc:docMk/>
            <pc:sldMk cId="0" sldId="258"/>
            <ac:spMk id="25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48:53.205" v="703" actId="255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48:15.206" v="700" actId="255"/>
          <ac:spMkLst>
            <pc:docMk/>
            <pc:sldMk cId="0" sldId="258"/>
            <ac:spMk id="27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0:38:53.545" v="1577" actId="20577"/>
          <ac:spMkLst>
            <pc:docMk/>
            <pc:sldMk cId="0" sldId="258"/>
            <ac:spMk id="28" creationId="{00000000-0000-0000-0000-000000000000}"/>
          </ac:spMkLst>
        </pc:spChg>
      </pc:sldChg>
      <pc:sldChg chg="addSp delSp modSp mod modNotesTx">
        <pc:chgData name="Sanjay Gawande" userId="939a0903c595349a" providerId="LiveId" clId="{EB6FA139-C4F9-46ED-8349-BDC78A87C821}" dt="2026-07-06T22:11:30.225" v="3056" actId="20577"/>
        <pc:sldMkLst>
          <pc:docMk/>
          <pc:sldMk cId="0" sldId="259"/>
        </pc:sldMkLst>
        <pc:spChg chg="mod">
          <ac:chgData name="Sanjay Gawande" userId="939a0903c595349a" providerId="LiveId" clId="{EB6FA139-C4F9-46ED-8349-BDC78A87C821}" dt="2026-07-06T01:51:08.525" v="707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51:21.995" v="709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56:56.841" v="725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56:29.172" v="720" actId="255"/>
          <ac:spMkLst>
            <pc:docMk/>
            <pc:sldMk cId="0" sldId="259"/>
            <ac:spMk id="10" creationId="{00000000-0000-0000-0000-000000000000}"/>
          </ac:spMkLst>
        </pc:spChg>
        <pc:spChg chg="del">
          <ac:chgData name="Sanjay Gawande" userId="939a0903c595349a" providerId="LiveId" clId="{EB6FA139-C4F9-46ED-8349-BDC78A87C821}" dt="2026-07-06T01:52:57.727" v="715" actId="478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1:52:45.051" v="713" actId="21"/>
          <ac:spMkLst>
            <pc:docMk/>
            <pc:sldMk cId="0" sldId="259"/>
            <ac:spMk id="13" creationId="{00000000-0000-0000-0000-000000000000}"/>
          </ac:spMkLst>
        </pc:spChg>
        <pc:spChg chg="del">
          <ac:chgData name="Sanjay Gawande" userId="939a0903c595349a" providerId="LiveId" clId="{EB6FA139-C4F9-46ED-8349-BDC78A87C821}" dt="2026-07-06T01:52:31.822" v="710" actId="21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0:39:01.015" v="1579" actId="20577"/>
          <ac:spMkLst>
            <pc:docMk/>
            <pc:sldMk cId="0" sldId="259"/>
            <ac:spMk id="15" creationId="{00000000-0000-0000-0000-000000000000}"/>
          </ac:spMkLst>
        </pc:spChg>
        <pc:spChg chg="add mod">
          <ac:chgData name="Sanjay Gawande" userId="939a0903c595349a" providerId="LiveId" clId="{EB6FA139-C4F9-46ED-8349-BDC78A87C821}" dt="2026-07-06T01:52:38.441" v="712" actId="21"/>
          <ac:spMkLst>
            <pc:docMk/>
            <pc:sldMk cId="0" sldId="259"/>
            <ac:spMk id="16" creationId="{00000000-0000-0000-0000-000000000000}"/>
          </ac:spMkLst>
        </pc:spChg>
        <pc:graphicFrameChg chg="mod modGraphic">
          <ac:chgData name="Sanjay Gawande" userId="939a0903c595349a" providerId="LiveId" clId="{EB6FA139-C4F9-46ED-8349-BDC78A87C821}" dt="2026-07-06T21:04:24.399" v="1752" actId="14734"/>
          <ac:graphicFrameMkLst>
            <pc:docMk/>
            <pc:sldMk cId="0" sldId="259"/>
            <ac:graphicFrameMk id="7" creationId="{00000000-0000-0000-0000-000000000000}"/>
          </ac:graphicFrameMkLst>
        </pc:graphicFrameChg>
        <pc:graphicFrameChg chg="mod modGraphic">
          <ac:chgData name="Sanjay Gawande" userId="939a0903c595349a" providerId="LiveId" clId="{EB6FA139-C4F9-46ED-8349-BDC78A87C821}" dt="2026-07-06T21:08:38.917" v="1788" actId="14100"/>
          <ac:graphicFrameMkLst>
            <pc:docMk/>
            <pc:sldMk cId="0" sldId="259"/>
            <ac:graphicFrameMk id="11" creationId="{00000000-0000-0000-0000-000000000000}"/>
          </ac:graphicFrameMkLst>
        </pc:graphicFrameChg>
      </pc:sldChg>
      <pc:sldChg chg="delSp modSp mod modNotesTx">
        <pc:chgData name="Sanjay Gawande" userId="939a0903c595349a" providerId="LiveId" clId="{EB6FA139-C4F9-46ED-8349-BDC78A87C821}" dt="2026-07-06T22:14:01.258" v="3059" actId="20577"/>
        <pc:sldMkLst>
          <pc:docMk/>
          <pc:sldMk cId="0" sldId="260"/>
        </pc:sldMkLst>
        <pc:spChg chg="mod">
          <ac:chgData name="Sanjay Gawande" userId="939a0903c595349a" providerId="LiveId" clId="{EB6FA139-C4F9-46ED-8349-BDC78A87C821}" dt="2026-07-06T02:00:52.611" v="761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2:01:31.277" v="763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2:09:32.197" v="893" actId="1037"/>
          <ac:spMkLst>
            <pc:docMk/>
            <pc:sldMk cId="0" sldId="260"/>
            <ac:spMk id="4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2:09:32.197" v="893" actId="1037"/>
          <ac:spMkLst>
            <pc:docMk/>
            <pc:sldMk cId="0" sldId="260"/>
            <ac:spMk id="6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2:09:50.852" v="897" actId="1038"/>
          <ac:spMkLst>
            <pc:docMk/>
            <pc:sldMk cId="0" sldId="260"/>
            <ac:spMk id="7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2:09:50.852" v="897" actId="1038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Sanjay Gawande" userId="939a0903c595349a" providerId="LiveId" clId="{EB6FA139-C4F9-46ED-8349-BDC78A87C821}" dt="2026-07-06T02:02:05.410" v="767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0:43:50.426" v="1597" actId="20577"/>
          <ac:spMkLst>
            <pc:docMk/>
            <pc:sldMk cId="0" sldId="260"/>
            <ac:spMk id="11" creationId="{00000000-0000-0000-0000-000000000000}"/>
          </ac:spMkLst>
        </pc:spChg>
        <pc:picChg chg="mod">
          <ac:chgData name="Sanjay Gawande" userId="939a0903c595349a" providerId="LiveId" clId="{EB6FA139-C4F9-46ED-8349-BDC78A87C821}" dt="2026-07-06T02:09:32.197" v="893" actId="1037"/>
          <ac:picMkLst>
            <pc:docMk/>
            <pc:sldMk cId="0" sldId="260"/>
            <ac:picMk id="5" creationId="{00000000-0000-0000-0000-000000000000}"/>
          </ac:picMkLst>
        </pc:picChg>
        <pc:picChg chg="mod">
          <ac:chgData name="Sanjay Gawande" userId="939a0903c595349a" providerId="LiveId" clId="{EB6FA139-C4F9-46ED-8349-BDC78A87C821}" dt="2026-07-06T02:09:50.852" v="897" actId="1038"/>
          <ac:picMkLst>
            <pc:docMk/>
            <pc:sldMk cId="0" sldId="260"/>
            <ac:picMk id="8" creationId="{00000000-0000-0000-0000-000000000000}"/>
          </ac:picMkLst>
        </pc:picChg>
      </pc:sldChg>
      <pc:sldChg chg="addSp delSp modSp mod modNotesTx">
        <pc:chgData name="Sanjay Gawande" userId="939a0903c595349a" providerId="LiveId" clId="{EB6FA139-C4F9-46ED-8349-BDC78A87C821}" dt="2026-07-06T22:22:09.680" v="3406" actId="20577"/>
        <pc:sldMkLst>
          <pc:docMk/>
          <pc:sldMk cId="0" sldId="261"/>
        </pc:sldMkLst>
        <pc:spChg chg="mod">
          <ac:chgData name="Sanjay Gawande" userId="939a0903c595349a" providerId="LiveId" clId="{EB6FA139-C4F9-46ED-8349-BDC78A87C821}" dt="2026-07-06T02:10:55.432" v="898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2:43:09.946" v="1213" actId="20577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Sanjay Gawande" userId="939a0903c595349a" providerId="LiveId" clId="{EB6FA139-C4F9-46ED-8349-BDC78A87C821}" dt="2026-07-06T02:35:42.794" v="955" actId="21"/>
          <ac:spMkLst>
            <pc:docMk/>
            <pc:sldMk cId="0" sldId="261"/>
            <ac:spMk id="5" creationId="{00000000-0000-0000-0000-000000000000}"/>
          </ac:spMkLst>
        </pc:spChg>
        <pc:spChg chg="add del mod">
          <ac:chgData name="Sanjay Gawande" userId="939a0903c595349a" providerId="LiveId" clId="{EB6FA139-C4F9-46ED-8349-BDC78A87C821}" dt="2026-07-06T02:35:42.794" v="955" actId="21"/>
          <ac:spMkLst>
            <pc:docMk/>
            <pc:sldMk cId="0" sldId="261"/>
            <ac:spMk id="6" creationId="{00000000-0000-0000-0000-000000000000}"/>
          </ac:spMkLst>
        </pc:spChg>
        <pc:spChg chg="add del">
          <ac:chgData name="Sanjay Gawande" userId="939a0903c595349a" providerId="LiveId" clId="{EB6FA139-C4F9-46ED-8349-BDC78A87C821}" dt="2026-07-06T02:35:42.794" v="955" actId="21"/>
          <ac:spMkLst>
            <pc:docMk/>
            <pc:sldMk cId="0" sldId="261"/>
            <ac:spMk id="7" creationId="{00000000-0000-0000-0000-000000000000}"/>
          </ac:spMkLst>
        </pc:spChg>
        <pc:spChg chg="del">
          <ac:chgData name="Sanjay Gawande" userId="939a0903c595349a" providerId="LiveId" clId="{EB6FA139-C4F9-46ED-8349-BDC78A87C821}" dt="2026-07-06T02:31:57.520" v="910" actId="478"/>
          <ac:spMkLst>
            <pc:docMk/>
            <pc:sldMk cId="0" sldId="261"/>
            <ac:spMk id="8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2:31:48.587" v="907" actId="21"/>
          <ac:spMkLst>
            <pc:docMk/>
            <pc:sldMk cId="0" sldId="261"/>
            <ac:spMk id="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02:31:39.842" v="906" actId="21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0:44:12.718" v="1601" actId="20577"/>
          <ac:spMkLst>
            <pc:docMk/>
            <pc:sldMk cId="0" sldId="261"/>
            <ac:spMk id="11" creationId="{00000000-0000-0000-0000-000000000000}"/>
          </ac:spMkLst>
        </pc:spChg>
        <pc:spChg chg="add mod">
          <ac:chgData name="Sanjay Gawande" userId="939a0903c595349a" providerId="LiveId" clId="{EB6FA139-C4F9-46ED-8349-BDC78A87C821}" dt="2026-07-06T20:46:11.409" v="1621" actId="1036"/>
          <ac:spMkLst>
            <pc:docMk/>
            <pc:sldMk cId="0" sldId="261"/>
            <ac:spMk id="13" creationId="{00000000-0000-0000-0000-000000000000}"/>
          </ac:spMkLst>
        </pc:spChg>
        <pc:spChg chg="add mod">
          <ac:chgData name="Sanjay Gawande" userId="939a0903c595349a" providerId="LiveId" clId="{EB6FA139-C4F9-46ED-8349-BDC78A87C821}" dt="2026-07-06T20:46:11.409" v="1621" actId="1036"/>
          <ac:spMkLst>
            <pc:docMk/>
            <pc:sldMk cId="0" sldId="261"/>
            <ac:spMk id="14" creationId="{00000000-0000-0000-0000-000000000000}"/>
          </ac:spMkLst>
        </pc:spChg>
        <pc:spChg chg="add mod">
          <ac:chgData name="Sanjay Gawande" userId="939a0903c595349a" providerId="LiveId" clId="{EB6FA139-C4F9-46ED-8349-BDC78A87C821}" dt="2026-07-06T20:46:11.409" v="1621" actId="1036"/>
          <ac:spMkLst>
            <pc:docMk/>
            <pc:sldMk cId="0" sldId="261"/>
            <ac:spMk id="15" creationId="{00000000-0000-0000-0000-000000000000}"/>
          </ac:spMkLst>
        </pc:spChg>
        <pc:graphicFrameChg chg="del">
          <ac:chgData name="Sanjay Gawande" userId="939a0903c595349a" providerId="LiveId" clId="{EB6FA139-C4F9-46ED-8349-BDC78A87C821}" dt="2026-07-06T02:30:24.092" v="902" actId="478"/>
          <ac:graphicFrameMkLst>
            <pc:docMk/>
            <pc:sldMk cId="0" sldId="261"/>
            <ac:graphicFrameMk id="4" creationId="{00000000-0000-0000-0000-000000000000}"/>
          </ac:graphicFrameMkLst>
        </pc:graphicFrameChg>
        <pc:graphicFrameChg chg="add mod">
          <ac:chgData name="Sanjay Gawande" userId="939a0903c595349a" providerId="LiveId" clId="{EB6FA139-C4F9-46ED-8349-BDC78A87C821}" dt="2026-07-06T20:45:54.975" v="1611" actId="1076"/>
          <ac:graphicFrameMkLst>
            <pc:docMk/>
            <pc:sldMk cId="0" sldId="261"/>
            <ac:graphicFrameMk id="12" creationId="{B577007C-694F-1074-CED7-156345FBEEAA}"/>
          </ac:graphicFrameMkLst>
        </pc:graphicFrameChg>
      </pc:sldChg>
      <pc:sldChg chg="modSp mod ord modNotesTx">
        <pc:chgData name="Sanjay Gawande" userId="939a0903c595349a" providerId="LiveId" clId="{EB6FA139-C4F9-46ED-8349-BDC78A87C821}" dt="2026-07-06T22:19:27.561" v="3266" actId="20577"/>
        <pc:sldMkLst>
          <pc:docMk/>
          <pc:sldMk cId="0" sldId="262"/>
        </pc:sldMkLst>
        <pc:spChg chg="mod">
          <ac:chgData name="Sanjay Gawande" userId="939a0903c595349a" providerId="LiveId" clId="{EB6FA139-C4F9-46ED-8349-BDC78A87C821}" dt="2026-07-06T16:20:27.751" v="1273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20:40.961" v="1275" actId="255"/>
          <ac:spMkLst>
            <pc:docMk/>
            <pc:sldMk cId="0" sldId="262"/>
            <ac:spMk id="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21:14.048" v="1278" actId="255"/>
          <ac:spMkLst>
            <pc:docMk/>
            <pc:sldMk cId="0" sldId="262"/>
            <ac:spMk id="6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23:23.305" v="1281" actId="255"/>
          <ac:spMkLst>
            <pc:docMk/>
            <pc:sldMk cId="0" sldId="262"/>
            <ac:spMk id="7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23:55.597" v="1283" actId="14100"/>
          <ac:spMkLst>
            <pc:docMk/>
            <pc:sldMk cId="0" sldId="262"/>
            <ac:spMk id="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0:44:05.642" v="1599" actId="20577"/>
          <ac:spMkLst>
            <pc:docMk/>
            <pc:sldMk cId="0" sldId="262"/>
            <ac:spMk id="12" creationId="{00000000-0000-0000-0000-000000000000}"/>
          </ac:spMkLst>
        </pc:spChg>
        <pc:graphicFrameChg chg="modGraphic">
          <ac:chgData name="Sanjay Gawande" userId="939a0903c595349a" providerId="LiveId" clId="{EB6FA139-C4F9-46ED-8349-BDC78A87C821}" dt="2026-07-06T16:21:44.198" v="1280" actId="255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 mod modNotesTx">
        <pc:chgData name="Sanjay Gawande" userId="939a0903c595349a" providerId="LiveId" clId="{EB6FA139-C4F9-46ED-8349-BDC78A87C821}" dt="2026-07-06T22:24:05.052" v="3501" actId="20577"/>
        <pc:sldMkLst>
          <pc:docMk/>
          <pc:sldMk cId="0" sldId="263"/>
        </pc:sldMkLst>
        <pc:spChg chg="mod">
          <ac:chgData name="Sanjay Gawande" userId="939a0903c595349a" providerId="LiveId" clId="{EB6FA139-C4F9-46ED-8349-BDC78A87C821}" dt="2026-07-06T16:24:28.199" v="1284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24:42.664" v="1286" actId="255"/>
          <ac:spMkLst>
            <pc:docMk/>
            <pc:sldMk cId="0" sldId="263"/>
            <ac:spMk id="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44:49.531" v="1349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1:18:34.649" v="2227" actId="1036"/>
          <ac:spMkLst>
            <pc:docMk/>
            <pc:sldMk cId="0" sldId="263"/>
            <ac:spMk id="7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1:18:34.649" v="2227" actId="1036"/>
          <ac:spMkLst>
            <pc:docMk/>
            <pc:sldMk cId="0" sldId="263"/>
            <ac:spMk id="8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34:39.747" v="1327" actId="255"/>
          <ac:spMkLst>
            <pc:docMk/>
            <pc:sldMk cId="0" sldId="263"/>
            <ac:spMk id="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39:19.748" v="1334" actId="25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46:10.700" v="1362" actId="1410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33:03.278" v="1317" actId="25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31:08.343" v="1304" actId="1410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29:05.970" v="1299" actId="2711"/>
          <ac:spMkLst>
            <pc:docMk/>
            <pc:sldMk cId="0" sldId="263"/>
            <ac:spMk id="17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39:44.979" v="1336" actId="25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38:08.847" v="1331" actId="25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40:25.236" v="1338" actId="255"/>
          <ac:spMkLst>
            <pc:docMk/>
            <pc:sldMk cId="0" sldId="263"/>
            <ac:spMk id="20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47:24.774" v="1376" actId="14100"/>
          <ac:spMkLst>
            <pc:docMk/>
            <pc:sldMk cId="0" sldId="263"/>
            <ac:spMk id="21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1:21:10.975" v="2286" actId="2057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31:14.547" v="1305" actId="14100"/>
          <ac:spMkLst>
            <pc:docMk/>
            <pc:sldMk cId="0" sldId="263"/>
            <ac:spMk id="24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32:23.672" v="1311" actId="2711"/>
          <ac:spMkLst>
            <pc:docMk/>
            <pc:sldMk cId="0" sldId="263"/>
            <ac:spMk id="27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39:53.647" v="1337" actId="255"/>
          <ac:spMkLst>
            <pc:docMk/>
            <pc:sldMk cId="0" sldId="263"/>
            <ac:spMk id="28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38:42.663" v="1333" actId="255"/>
          <ac:spMkLst>
            <pc:docMk/>
            <pc:sldMk cId="0" sldId="263"/>
            <ac:spMk id="2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40:34.252" v="1339" actId="255"/>
          <ac:spMkLst>
            <pc:docMk/>
            <pc:sldMk cId="0" sldId="263"/>
            <ac:spMk id="30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48:43.169" v="1389" actId="14100"/>
          <ac:spMkLst>
            <pc:docMk/>
            <pc:sldMk cId="0" sldId="263"/>
            <ac:spMk id="31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6:33:19.909" v="1319" actId="255"/>
          <ac:spMkLst>
            <pc:docMk/>
            <pc:sldMk cId="0" sldId="263"/>
            <ac:spMk id="3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0:47:56.702" v="1624" actId="20577"/>
          <ac:spMkLst>
            <pc:docMk/>
            <pc:sldMk cId="0" sldId="263"/>
            <ac:spMk id="34" creationId="{00000000-0000-0000-0000-000000000000}"/>
          </ac:spMkLst>
        </pc:spChg>
        <pc:graphicFrameChg chg="mod modGraphic">
          <ac:chgData name="Sanjay Gawande" userId="939a0903c595349a" providerId="LiveId" clId="{EB6FA139-C4F9-46ED-8349-BDC78A87C821}" dt="2026-07-06T16:49:37.269" v="1396" actId="1035"/>
          <ac:graphicFrameMkLst>
            <pc:docMk/>
            <pc:sldMk cId="0" sldId="263"/>
            <ac:graphicFrameMk id="12" creationId="{00000000-0000-0000-0000-000000000000}"/>
          </ac:graphicFrameMkLst>
        </pc:graphicFrameChg>
        <pc:graphicFrameChg chg="mod modGraphic">
          <ac:chgData name="Sanjay Gawande" userId="939a0903c595349a" providerId="LiveId" clId="{EB6FA139-C4F9-46ED-8349-BDC78A87C821}" dt="2026-07-06T16:48:23.405" v="1382" actId="1035"/>
          <ac:graphicFrameMkLst>
            <pc:docMk/>
            <pc:sldMk cId="0" sldId="263"/>
            <ac:graphicFrameMk id="22" creationId="{00000000-0000-0000-0000-000000000000}"/>
          </ac:graphicFrameMkLst>
        </pc:graphicFrameChg>
        <pc:graphicFrameChg chg="mod modGraphic">
          <ac:chgData name="Sanjay Gawande" userId="939a0903c595349a" providerId="LiveId" clId="{EB6FA139-C4F9-46ED-8349-BDC78A87C821}" dt="2026-07-06T16:48:50.623" v="1395" actId="1035"/>
          <ac:graphicFrameMkLst>
            <pc:docMk/>
            <pc:sldMk cId="0" sldId="263"/>
            <ac:graphicFrameMk id="32" creationId="{00000000-0000-0000-0000-000000000000}"/>
          </ac:graphicFrameMkLst>
        </pc:graphicFrameChg>
        <pc:picChg chg="mod">
          <ac:chgData name="Sanjay Gawande" userId="939a0903c595349a" providerId="LiveId" clId="{EB6FA139-C4F9-46ED-8349-BDC78A87C821}" dt="2026-07-06T16:27:35.943" v="1288" actId="14826"/>
          <ac:picMkLst>
            <pc:docMk/>
            <pc:sldMk cId="0" sldId="263"/>
            <ac:picMk id="6" creationId="{00000000-0000-0000-0000-000000000000}"/>
          </ac:picMkLst>
        </pc:picChg>
      </pc:sldChg>
      <pc:sldChg chg="modSp mod modNotesTx">
        <pc:chgData name="Sanjay Gawande" userId="939a0903c595349a" providerId="LiveId" clId="{EB6FA139-C4F9-46ED-8349-BDC78A87C821}" dt="2026-07-06T22:26:02.926" v="3667" actId="20577"/>
        <pc:sldMkLst>
          <pc:docMk/>
          <pc:sldMk cId="0" sldId="264"/>
        </pc:sldMkLst>
        <pc:spChg chg="mod">
          <ac:chgData name="Sanjay Gawande" userId="939a0903c595349a" providerId="LiveId" clId="{EB6FA139-C4F9-46ED-8349-BDC78A87C821}" dt="2026-07-06T16:50:25.738" v="1397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22:46.769" v="1419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23:12" v="1420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24:23.375" v="1423" actId="255"/>
          <ac:spMkLst>
            <pc:docMk/>
            <pc:sldMk cId="0" sldId="264"/>
            <ac:spMk id="6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24:33.998" v="1424" actId="255"/>
          <ac:spMkLst>
            <pc:docMk/>
            <pc:sldMk cId="0" sldId="264"/>
            <ac:spMk id="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0:48:09.068" v="1627" actId="20577"/>
          <ac:spMkLst>
            <pc:docMk/>
            <pc:sldMk cId="0" sldId="264"/>
            <ac:spMk id="10" creationId="{00000000-0000-0000-0000-000000000000}"/>
          </ac:spMkLst>
        </pc:spChg>
        <pc:picChg chg="mod">
          <ac:chgData name="Sanjay Gawande" userId="939a0903c595349a" providerId="LiveId" clId="{EB6FA139-C4F9-46ED-8349-BDC78A87C821}" dt="2026-07-06T17:23:31.895" v="1422" actId="14100"/>
          <ac:picMkLst>
            <pc:docMk/>
            <pc:sldMk cId="0" sldId="264"/>
            <ac:picMk id="5" creationId="{00000000-0000-0000-0000-000000000000}"/>
          </ac:picMkLst>
        </pc:picChg>
        <pc:picChg chg="mod">
          <ac:chgData name="Sanjay Gawande" userId="939a0903c595349a" providerId="LiveId" clId="{EB6FA139-C4F9-46ED-8349-BDC78A87C821}" dt="2026-07-06T17:25:02.260" v="1430" actId="14100"/>
          <ac:picMkLst>
            <pc:docMk/>
            <pc:sldMk cId="0" sldId="264"/>
            <ac:picMk id="8" creationId="{00000000-0000-0000-0000-000000000000}"/>
          </ac:picMkLst>
        </pc:picChg>
      </pc:sldChg>
      <pc:sldChg chg="modSp mod modNotesTx">
        <pc:chgData name="Sanjay Gawande" userId="939a0903c595349a" providerId="LiveId" clId="{EB6FA139-C4F9-46ED-8349-BDC78A87C821}" dt="2026-07-06T22:27:21.039" v="3731" actId="20577"/>
        <pc:sldMkLst>
          <pc:docMk/>
          <pc:sldMk cId="0" sldId="265"/>
        </pc:sldMkLst>
        <pc:spChg chg="mod">
          <ac:chgData name="Sanjay Gawande" userId="939a0903c595349a" providerId="LiveId" clId="{EB6FA139-C4F9-46ED-8349-BDC78A87C821}" dt="2026-07-06T17:26:22.981" v="1431" actId="255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28:07.675" v="1440" actId="255"/>
          <ac:spMkLst>
            <pc:docMk/>
            <pc:sldMk cId="0" sldId="265"/>
            <ac:spMk id="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6:35.993" v="1468" actId="14100"/>
          <ac:spMkLst>
            <pc:docMk/>
            <pc:sldMk cId="0" sldId="265"/>
            <ac:spMk id="4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0:26.185" v="1445" actId="255"/>
          <ac:spMkLst>
            <pc:docMk/>
            <pc:sldMk cId="0" sldId="265"/>
            <ac:spMk id="6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29:46.183" v="1441" actId="255"/>
          <ac:spMkLst>
            <pc:docMk/>
            <pc:sldMk cId="0" sldId="265"/>
            <ac:spMk id="7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2:05.742" v="1449" actId="255"/>
          <ac:spMkLst>
            <pc:docMk/>
            <pc:sldMk cId="0" sldId="265"/>
            <ac:spMk id="8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3:35.148" v="1456" actId="255"/>
          <ac:spMkLst>
            <pc:docMk/>
            <pc:sldMk cId="0" sldId="265"/>
            <ac:spMk id="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4:22.950" v="1459" actId="255"/>
          <ac:spMkLst>
            <pc:docMk/>
            <pc:sldMk cId="0" sldId="265"/>
            <ac:spMk id="10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4:50.853" v="1462" actId="25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5:49.689" v="1465" actId="255"/>
          <ac:spMkLst>
            <pc:docMk/>
            <pc:sldMk cId="0" sldId="265"/>
            <ac:spMk id="1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6:44.147" v="1469" actId="14100"/>
          <ac:spMkLst>
            <pc:docMk/>
            <pc:sldMk cId="0" sldId="265"/>
            <ac:spMk id="14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1:45.316" v="1447" actId="255"/>
          <ac:spMkLst>
            <pc:docMk/>
            <pc:sldMk cId="0" sldId="265"/>
            <ac:spMk id="16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29:53.737" v="1442" actId="255"/>
          <ac:spMkLst>
            <pc:docMk/>
            <pc:sldMk cId="0" sldId="265"/>
            <ac:spMk id="17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2:35.278" v="1451" actId="255"/>
          <ac:spMkLst>
            <pc:docMk/>
            <pc:sldMk cId="0" sldId="265"/>
            <ac:spMk id="18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3:43.035" v="1457" actId="255"/>
          <ac:spMkLst>
            <pc:docMk/>
            <pc:sldMk cId="0" sldId="265"/>
            <ac:spMk id="1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4:34.719" v="1460" actId="255"/>
          <ac:spMkLst>
            <pc:docMk/>
            <pc:sldMk cId="0" sldId="265"/>
            <ac:spMk id="20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5:00.379" v="1463" actId="255"/>
          <ac:spMkLst>
            <pc:docMk/>
            <pc:sldMk cId="0" sldId="265"/>
            <ac:spMk id="2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6:53.695" v="1470" actId="14100"/>
          <ac:spMkLst>
            <pc:docMk/>
            <pc:sldMk cId="0" sldId="265"/>
            <ac:spMk id="2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7:02.417" v="1471" actId="14100"/>
          <ac:spMkLst>
            <pc:docMk/>
            <pc:sldMk cId="0" sldId="265"/>
            <ac:spMk id="24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2:46.592" v="1453" actId="255"/>
          <ac:spMkLst>
            <pc:docMk/>
            <pc:sldMk cId="0" sldId="265"/>
            <ac:spMk id="26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0:02.538" v="1443" actId="255"/>
          <ac:spMkLst>
            <pc:docMk/>
            <pc:sldMk cId="0" sldId="265"/>
            <ac:spMk id="27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3:00.078" v="1455" actId="255"/>
          <ac:spMkLst>
            <pc:docMk/>
            <pc:sldMk cId="0" sldId="265"/>
            <ac:spMk id="28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3:51.805" v="1458" actId="255"/>
          <ac:spMkLst>
            <pc:docMk/>
            <pc:sldMk cId="0" sldId="265"/>
            <ac:spMk id="2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4:42.373" v="1461" actId="255"/>
          <ac:spMkLst>
            <pc:docMk/>
            <pc:sldMk cId="0" sldId="265"/>
            <ac:spMk id="30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5:09.284" v="1464" actId="255"/>
          <ac:spMkLst>
            <pc:docMk/>
            <pc:sldMk cId="0" sldId="265"/>
            <ac:spMk id="3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6:12.898" v="1467" actId="255"/>
          <ac:spMkLst>
            <pc:docMk/>
            <pc:sldMk cId="0" sldId="265"/>
            <ac:spMk id="3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0:48:16.518" v="1629" actId="20577"/>
          <ac:spMkLst>
            <pc:docMk/>
            <pc:sldMk cId="0" sldId="265"/>
            <ac:spMk id="34" creationId="{00000000-0000-0000-0000-000000000000}"/>
          </ac:spMkLst>
        </pc:spChg>
      </pc:sldChg>
      <pc:sldChg chg="modSp mod modNotesTx">
        <pc:chgData name="Sanjay Gawande" userId="939a0903c595349a" providerId="LiveId" clId="{EB6FA139-C4F9-46ED-8349-BDC78A87C821}" dt="2026-07-06T22:32:33.275" v="4087" actId="20577"/>
        <pc:sldMkLst>
          <pc:docMk/>
          <pc:sldMk cId="0" sldId="266"/>
        </pc:sldMkLst>
        <pc:spChg chg="mod">
          <ac:chgData name="Sanjay Gawande" userId="939a0903c595349a" providerId="LiveId" clId="{EB6FA139-C4F9-46ED-8349-BDC78A87C821}" dt="2026-07-06T17:37:30.960" v="1472" actId="255"/>
          <ac:spMkLst>
            <pc:docMk/>
            <pc:sldMk cId="0" sldId="266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7:41.931" v="1474" actId="255"/>
          <ac:spMkLst>
            <pc:docMk/>
            <pc:sldMk cId="0" sldId="266"/>
            <ac:spMk id="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8:21.522" v="1476" actId="2711"/>
          <ac:spMkLst>
            <pc:docMk/>
            <pc:sldMk cId="0" sldId="266"/>
            <ac:spMk id="6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8:32.408" v="1477" actId="255"/>
          <ac:spMkLst>
            <pc:docMk/>
            <pc:sldMk cId="0" sldId="266"/>
            <ac:spMk id="7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0:10.840" v="1484" actId="1410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0:21.070" v="1485" actId="255"/>
          <ac:spMkLst>
            <pc:docMk/>
            <pc:sldMk cId="0" sldId="266"/>
            <ac:spMk id="11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9:36.203" v="1480" actId="14100"/>
          <ac:spMkLst>
            <pc:docMk/>
            <pc:sldMk cId="0" sldId="266"/>
            <ac:spMk id="14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39:46.532" v="1481" actId="255"/>
          <ac:spMkLst>
            <pc:docMk/>
            <pc:sldMk cId="0" sldId="266"/>
            <ac:spMk id="15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0:37.449" v="1487" actId="255"/>
          <ac:spMkLst>
            <pc:docMk/>
            <pc:sldMk cId="0" sldId="266"/>
            <ac:spMk id="18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0:51.944" v="1488" actId="255"/>
          <ac:spMkLst>
            <pc:docMk/>
            <pc:sldMk cId="0" sldId="266"/>
            <ac:spMk id="1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0:48:23.980" v="1631" actId="20577"/>
          <ac:spMkLst>
            <pc:docMk/>
            <pc:sldMk cId="0" sldId="266"/>
            <ac:spMk id="20" creationId="{00000000-0000-0000-0000-000000000000}"/>
          </ac:spMkLst>
        </pc:spChg>
      </pc:sldChg>
      <pc:sldChg chg="modSp mod ord modNotesTx">
        <pc:chgData name="Sanjay Gawande" userId="939a0903c595349a" providerId="LiveId" clId="{EB6FA139-C4F9-46ED-8349-BDC78A87C821}" dt="2026-07-06T22:34:40.814" v="4246" actId="20577"/>
        <pc:sldMkLst>
          <pc:docMk/>
          <pc:sldMk cId="0" sldId="267"/>
        </pc:sldMkLst>
        <pc:spChg chg="mod">
          <ac:chgData name="Sanjay Gawande" userId="939a0903c595349a" providerId="LiveId" clId="{EB6FA139-C4F9-46ED-8349-BDC78A87C821}" dt="2026-07-06T17:41:39.222" v="1489" actId="255"/>
          <ac:spMkLst>
            <pc:docMk/>
            <pc:sldMk cId="0" sldId="267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1:48.823" v="1491" actId="255"/>
          <ac:spMkLst>
            <pc:docMk/>
            <pc:sldMk cId="0" sldId="267"/>
            <ac:spMk id="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2:22.110" v="1494" actId="255"/>
          <ac:spMkLst>
            <pc:docMk/>
            <pc:sldMk cId="0" sldId="267"/>
            <ac:spMk id="7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2:40.290" v="1496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3:04.064" v="1498" actId="255"/>
          <ac:spMkLst>
            <pc:docMk/>
            <pc:sldMk cId="0" sldId="267"/>
            <ac:spMk id="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3:36.957" v="1503" actId="255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3:14.741" v="1500" actId="2711"/>
          <ac:spMkLst>
            <pc:docMk/>
            <pc:sldMk cId="0" sldId="267"/>
            <ac:spMk id="1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3:42.840" v="1504" actId="255"/>
          <ac:spMkLst>
            <pc:docMk/>
            <pc:sldMk cId="0" sldId="267"/>
            <ac:spMk id="1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3:26.830" v="1502" actId="255"/>
          <ac:spMkLst>
            <pc:docMk/>
            <pc:sldMk cId="0" sldId="267"/>
            <ac:spMk id="15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3:50.790" v="1505" actId="255"/>
          <ac:spMkLst>
            <pc:docMk/>
            <pc:sldMk cId="0" sldId="267"/>
            <ac:spMk id="16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0:48:32.151" v="1633" actId="20577"/>
          <ac:spMkLst>
            <pc:docMk/>
            <pc:sldMk cId="0" sldId="267"/>
            <ac:spMk id="17" creationId="{00000000-0000-0000-0000-000000000000}"/>
          </ac:spMkLst>
        </pc:spChg>
      </pc:sldChg>
      <pc:sldChg chg="delSp modSp mod modNotesTx">
        <pc:chgData name="Sanjay Gawande" userId="939a0903c595349a" providerId="LiveId" clId="{EB6FA139-C4F9-46ED-8349-BDC78A87C821}" dt="2026-07-06T22:35:50.647" v="4344" actId="20577"/>
        <pc:sldMkLst>
          <pc:docMk/>
          <pc:sldMk cId="0" sldId="268"/>
        </pc:sldMkLst>
        <pc:spChg chg="del">
          <ac:chgData name="Sanjay Gawande" userId="939a0903c595349a" providerId="LiveId" clId="{EB6FA139-C4F9-46ED-8349-BDC78A87C821}" dt="2026-07-06T02:46:39.398" v="1242" actId="478"/>
          <ac:spMkLst>
            <pc:docMk/>
            <pc:sldMk cId="0" sldId="268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4:10.180" v="1506" actId="255"/>
          <ac:spMkLst>
            <pc:docMk/>
            <pc:sldMk cId="0" sldId="268"/>
            <ac:spMk id="5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4:29.271" v="1508" actId="255"/>
          <ac:spMkLst>
            <pc:docMk/>
            <pc:sldMk cId="0" sldId="268"/>
            <ac:spMk id="6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4:47.594" v="1510" actId="255"/>
          <ac:spMkLst>
            <pc:docMk/>
            <pc:sldMk cId="0" sldId="268"/>
            <ac:spMk id="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1:35:55.395" v="2287" actId="2057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6:18.277" v="1550" actId="113"/>
          <ac:spMkLst>
            <pc:docMk/>
            <pc:sldMk cId="0" sldId="268"/>
            <ac:spMk id="15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6:31.739" v="1552" actId="113"/>
          <ac:spMkLst>
            <pc:docMk/>
            <pc:sldMk cId="0" sldId="268"/>
            <ac:spMk id="18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0:48:44.282" v="1635" actId="20577"/>
          <ac:spMkLst>
            <pc:docMk/>
            <pc:sldMk cId="0" sldId="268"/>
            <ac:spMk id="19" creationId="{00000000-0000-0000-0000-000000000000}"/>
          </ac:spMkLst>
        </pc:spChg>
      </pc:sldChg>
      <pc:sldChg chg="addSp modSp mod modNotesTx">
        <pc:chgData name="Sanjay Gawande" userId="939a0903c595349a" providerId="LiveId" clId="{EB6FA139-C4F9-46ED-8349-BDC78A87C821}" dt="2026-07-06T22:37:00.570" v="4393" actId="20577"/>
        <pc:sldMkLst>
          <pc:docMk/>
          <pc:sldMk cId="0" sldId="269"/>
        </pc:sldMkLst>
        <pc:spChg chg="mod">
          <ac:chgData name="Sanjay Gawande" userId="939a0903c595349a" providerId="LiveId" clId="{EB6FA139-C4F9-46ED-8349-BDC78A87C821}" dt="2026-07-06T17:46:49.429" v="1553" actId="255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7:02.445" v="1555" actId="255"/>
          <ac:spMkLst>
            <pc:docMk/>
            <pc:sldMk cId="0" sldId="269"/>
            <ac:spMk id="3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47:52.850" v="1558" actId="255"/>
          <ac:spMkLst>
            <pc:docMk/>
            <pc:sldMk cId="0" sldId="269"/>
            <ac:spMk id="6" creationId="{00000000-0000-0000-0000-000000000000}"/>
          </ac:spMkLst>
        </pc:spChg>
        <pc:spChg chg="add mod">
          <ac:chgData name="Sanjay Gawande" userId="939a0903c595349a" providerId="LiveId" clId="{EB6FA139-C4F9-46ED-8349-BDC78A87C821}" dt="2026-07-06T00:40:47.764" v="321" actId="20577"/>
          <ac:spMkLst>
            <pc:docMk/>
            <pc:sldMk cId="0" sldId="269"/>
            <ac:spMk id="7" creationId="{0D33C144-9B18-2BE4-A027-FB093A339BB9}"/>
          </ac:spMkLst>
        </pc:spChg>
        <pc:spChg chg="mod">
          <ac:chgData name="Sanjay Gawande" userId="939a0903c595349a" providerId="LiveId" clId="{EB6FA139-C4F9-46ED-8349-BDC78A87C821}" dt="2026-07-06T17:54:50.037" v="1563" actId="255"/>
          <ac:spMkLst>
            <pc:docMk/>
            <pc:sldMk cId="0" sldId="269"/>
            <ac:spMk id="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55:07.566" v="1564" actId="255"/>
          <ac:spMkLst>
            <pc:docMk/>
            <pc:sldMk cId="0" sldId="269"/>
            <ac:spMk id="10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55:16.773" v="1565" actId="255"/>
          <ac:spMkLst>
            <pc:docMk/>
            <pc:sldMk cId="0" sldId="269"/>
            <ac:spMk id="11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0:48:52.309" v="1637" actId="20577"/>
          <ac:spMkLst>
            <pc:docMk/>
            <pc:sldMk cId="0" sldId="269"/>
            <ac:spMk id="12" creationId="{00000000-0000-0000-0000-000000000000}"/>
          </ac:spMkLst>
        </pc:spChg>
        <pc:spChg chg="add mod">
          <ac:chgData name="Sanjay Gawande" userId="939a0903c595349a" providerId="LiveId" clId="{EB6FA139-C4F9-46ED-8349-BDC78A87C821}" dt="2026-07-06T00:39:47.966" v="258"/>
          <ac:spMkLst>
            <pc:docMk/>
            <pc:sldMk cId="0" sldId="269"/>
            <ac:spMk id="13" creationId="{8370524E-0EA2-32D7-031B-896F70C77686}"/>
          </ac:spMkLst>
        </pc:spChg>
        <pc:graphicFrameChg chg="modGraphic">
          <ac:chgData name="Sanjay Gawande" userId="939a0903c595349a" providerId="LiveId" clId="{EB6FA139-C4F9-46ED-8349-BDC78A87C821}" dt="2026-07-06T17:48:40.900" v="1561" actId="255"/>
          <ac:graphicFrameMkLst>
            <pc:docMk/>
            <pc:sldMk cId="0" sldId="269"/>
            <ac:graphicFrameMk id="15" creationId="{00000000-0000-0000-0000-000000000000}"/>
          </ac:graphicFrameMkLst>
        </pc:graphicFrameChg>
      </pc:sldChg>
      <pc:sldChg chg="delSp modSp mod">
        <pc:chgData name="Sanjay Gawande" userId="939a0903c595349a" providerId="LiveId" clId="{EB6FA139-C4F9-46ED-8349-BDC78A87C821}" dt="2026-07-06T20:49:04.117" v="1639" actId="20577"/>
        <pc:sldMkLst>
          <pc:docMk/>
          <pc:sldMk cId="0" sldId="270"/>
        </pc:sldMkLst>
        <pc:spChg chg="del">
          <ac:chgData name="Sanjay Gawande" userId="939a0903c595349a" providerId="LiveId" clId="{EB6FA139-C4F9-46ED-8349-BDC78A87C821}" dt="2026-07-06T00:44:08.947" v="400" actId="478"/>
          <ac:spMkLst>
            <pc:docMk/>
            <pc:sldMk cId="0" sldId="270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55:36.848" v="1567" actId="255"/>
          <ac:spMkLst>
            <pc:docMk/>
            <pc:sldMk cId="0" sldId="270"/>
            <ac:spMk id="5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55:43.684" v="1568" actId="255"/>
          <ac:spMkLst>
            <pc:docMk/>
            <pc:sldMk cId="0" sldId="270"/>
            <ac:spMk id="6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57:40.545" v="1571" actId="255"/>
          <ac:spMkLst>
            <pc:docMk/>
            <pc:sldMk cId="0" sldId="270"/>
            <ac:spMk id="9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57:32.751" v="1570" actId="255"/>
          <ac:spMkLst>
            <pc:docMk/>
            <pc:sldMk cId="0" sldId="270"/>
            <ac:spMk id="1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17:57:24.045" v="1569" actId="255"/>
          <ac:spMkLst>
            <pc:docMk/>
            <pc:sldMk cId="0" sldId="270"/>
            <ac:spMk id="15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0:49:04.117" v="1639" actId="20577"/>
          <ac:spMkLst>
            <pc:docMk/>
            <pc:sldMk cId="0" sldId="270"/>
            <ac:spMk id="16" creationId="{00000000-0000-0000-0000-000000000000}"/>
          </ac:spMkLst>
        </pc:spChg>
      </pc:sldChg>
      <pc:sldChg chg="modSp add mod modNotesTx">
        <pc:chgData name="Sanjay Gawande" userId="939a0903c595349a" providerId="LiveId" clId="{EB6FA139-C4F9-46ED-8349-BDC78A87C821}" dt="2026-07-06T22:00:02.985" v="2877" actId="20577"/>
        <pc:sldMkLst>
          <pc:docMk/>
          <pc:sldMk cId="3162244334" sldId="271"/>
        </pc:sldMkLst>
        <pc:spChg chg="mod">
          <ac:chgData name="Sanjay Gawande" userId="939a0903c595349a" providerId="LiveId" clId="{EB6FA139-C4F9-46ED-8349-BDC78A87C821}" dt="2026-07-06T00:37:19.402" v="252" actId="255"/>
          <ac:spMkLst>
            <pc:docMk/>
            <pc:sldMk cId="3162244334" sldId="271"/>
            <ac:spMk id="2" creationId="{CB20264A-2728-8CC8-B7BC-F8732304C22B}"/>
          </ac:spMkLst>
        </pc:spChg>
        <pc:spChg chg="mod">
          <ac:chgData name="Sanjay Gawande" userId="939a0903c595349a" providerId="LiveId" clId="{EB6FA139-C4F9-46ED-8349-BDC78A87C821}" dt="2026-07-06T02:35:10.050" v="954" actId="14100"/>
          <ac:spMkLst>
            <pc:docMk/>
            <pc:sldMk cId="3162244334" sldId="271"/>
            <ac:spMk id="3" creationId="{A014602C-2879-B00A-85A2-CB3CFD97BD9A}"/>
          </ac:spMkLst>
        </pc:spChg>
        <pc:spChg chg="mod">
          <ac:chgData name="Sanjay Gawande" userId="939a0903c595349a" providerId="LiveId" clId="{EB6FA139-C4F9-46ED-8349-BDC78A87C821}" dt="2026-07-06T00:33:19.993" v="202" actId="20577"/>
          <ac:spMkLst>
            <pc:docMk/>
            <pc:sldMk cId="3162244334" sldId="271"/>
            <ac:spMk id="4" creationId="{8A924580-24B2-2A47-45FD-D5BA912049E4}"/>
          </ac:spMkLst>
        </pc:spChg>
        <pc:spChg chg="mod">
          <ac:chgData name="Sanjay Gawande" userId="939a0903c595349a" providerId="LiveId" clId="{EB6FA139-C4F9-46ED-8349-BDC78A87C821}" dt="2026-07-06T00:36:11.192" v="222" actId="14100"/>
          <ac:spMkLst>
            <pc:docMk/>
            <pc:sldMk cId="3162244334" sldId="271"/>
            <ac:spMk id="5" creationId="{DE853F47-E0B2-DB3E-E39E-4DA78CBEE119}"/>
          </ac:spMkLst>
        </pc:spChg>
        <pc:spChg chg="mod">
          <ac:chgData name="Sanjay Gawande" userId="939a0903c595349a" providerId="LiveId" clId="{EB6FA139-C4F9-46ED-8349-BDC78A87C821}" dt="2026-07-06T01:42:10.159" v="587" actId="2711"/>
          <ac:spMkLst>
            <pc:docMk/>
            <pc:sldMk cId="3162244334" sldId="271"/>
            <ac:spMk id="6" creationId="{40900F16-3E77-025B-543D-90C6AF5B9BA3}"/>
          </ac:spMkLst>
        </pc:spChg>
        <pc:spChg chg="mod">
          <ac:chgData name="Sanjay Gawande" userId="939a0903c595349a" providerId="LiveId" clId="{EB6FA139-C4F9-46ED-8349-BDC78A87C821}" dt="2026-07-06T00:36:56.965" v="251" actId="1037"/>
          <ac:spMkLst>
            <pc:docMk/>
            <pc:sldMk cId="3162244334" sldId="271"/>
            <ac:spMk id="7" creationId="{5EC16B8F-DCA3-E79E-691F-C8D767CEB645}"/>
          </ac:spMkLst>
        </pc:spChg>
        <pc:spChg chg="mod">
          <ac:chgData name="Sanjay Gawande" userId="939a0903c595349a" providerId="LiveId" clId="{EB6FA139-C4F9-46ED-8349-BDC78A87C821}" dt="2026-07-06T00:36:16.462" v="223" actId="1076"/>
          <ac:spMkLst>
            <pc:docMk/>
            <pc:sldMk cId="3162244334" sldId="271"/>
            <ac:spMk id="8" creationId="{CE5CE6ED-E31B-1824-F168-75AC68A19A0D}"/>
          </ac:spMkLst>
        </pc:spChg>
        <pc:spChg chg="mod">
          <ac:chgData name="Sanjay Gawande" userId="939a0903c595349a" providerId="LiveId" clId="{EB6FA139-C4F9-46ED-8349-BDC78A87C821}" dt="2026-07-06T00:52:35.573" v="584" actId="20577"/>
          <ac:spMkLst>
            <pc:docMk/>
            <pc:sldMk cId="3162244334" sldId="271"/>
            <ac:spMk id="9" creationId="{2250310F-8853-03B6-F289-82A63F200F90}"/>
          </ac:spMkLst>
        </pc:spChg>
        <pc:spChg chg="mod">
          <ac:chgData name="Sanjay Gawande" userId="939a0903c595349a" providerId="LiveId" clId="{EB6FA139-C4F9-46ED-8349-BDC78A87C821}" dt="2026-07-06T20:38:42.375" v="1575" actId="20577"/>
          <ac:spMkLst>
            <pc:docMk/>
            <pc:sldMk cId="3162244334" sldId="271"/>
            <ac:spMk id="10" creationId="{9896A2D0-9C64-DD26-E2C5-4705E79E8C42}"/>
          </ac:spMkLst>
        </pc:spChg>
      </pc:sldChg>
      <pc:sldChg chg="delSp modSp add mod setBg modNotes modNotesTx">
        <pc:chgData name="Sanjay Gawande" userId="939a0903c595349a" providerId="LiveId" clId="{EB6FA139-C4F9-46ED-8349-BDC78A87C821}" dt="2026-07-06T22:44:36.363" v="4395"/>
        <pc:sldMkLst>
          <pc:docMk/>
          <pc:sldMk cId="0" sldId="272"/>
        </pc:sldMkLst>
        <pc:spChg chg="mod">
          <ac:chgData name="Sanjay Gawande" userId="939a0903c595349a" providerId="LiveId" clId="{EB6FA139-C4F9-46ED-8349-BDC78A87C821}" dt="2026-07-06T21:11:08.115" v="1789"/>
          <ac:spMkLst>
            <pc:docMk/>
            <pc:sldMk cId="0" sldId="272"/>
            <ac:spMk id="2" creationId="{00000000-0000-0000-0000-000000000000}"/>
          </ac:spMkLst>
        </pc:spChg>
        <pc:spChg chg="mod">
          <ac:chgData name="Sanjay Gawande" userId="939a0903c595349a" providerId="LiveId" clId="{EB6FA139-C4F9-46ED-8349-BDC78A87C821}" dt="2026-07-06T21:14:51.014" v="2226" actId="20577"/>
          <ac:spMkLst>
            <pc:docMk/>
            <pc:sldMk cId="0" sldId="272"/>
            <ac:spMk id="3" creationId="{00000000-0000-0000-0000-000000000000}"/>
          </ac:spMkLst>
        </pc:spChg>
        <pc:spChg chg="del">
          <ac:chgData name="Sanjay Gawande" userId="939a0903c595349a" providerId="LiveId" clId="{EB6FA139-C4F9-46ED-8349-BDC78A87C821}" dt="2026-07-06T20:42:18.376" v="1592" actId="478"/>
          <ac:spMkLst>
            <pc:docMk/>
            <pc:sldMk cId="0" sldId="272"/>
            <ac:spMk id="4" creationId="{00000000-0000-0000-0000-000000000000}"/>
          </ac:spMkLst>
        </pc:spChg>
        <pc:spChg chg="del">
          <ac:chgData name="Sanjay Gawande" userId="939a0903c595349a" providerId="LiveId" clId="{EB6FA139-C4F9-46ED-8349-BDC78A87C821}" dt="2026-07-06T20:42:08.944" v="1590" actId="478"/>
          <ac:spMkLst>
            <pc:docMk/>
            <pc:sldMk cId="0" sldId="272"/>
            <ac:spMk id="6" creationId="{00000000-0000-0000-0000-000000000000}"/>
          </ac:spMkLst>
        </pc:spChg>
        <pc:spChg chg="del">
          <ac:chgData name="Sanjay Gawande" userId="939a0903c595349a" providerId="LiveId" clId="{EB6FA139-C4F9-46ED-8349-BDC78A87C821}" dt="2026-07-06T20:42:07.171" v="1587" actId="478"/>
          <ac:spMkLst>
            <pc:docMk/>
            <pc:sldMk cId="0" sldId="272"/>
            <ac:spMk id="7" creationId="{00000000-0000-0000-0000-000000000000}"/>
          </ac:spMkLst>
        </pc:spChg>
        <pc:spChg chg="del mod">
          <ac:chgData name="Sanjay Gawande" userId="939a0903c595349a" providerId="LiveId" clId="{EB6FA139-C4F9-46ED-8349-BDC78A87C821}" dt="2026-07-06T20:42:07.171" v="1589"/>
          <ac:spMkLst>
            <pc:docMk/>
            <pc:sldMk cId="0" sldId="272"/>
            <ac:spMk id="8" creationId="{00000000-0000-0000-0000-000000000000}"/>
          </ac:spMkLst>
        </pc:spChg>
        <pc:picChg chg="mod">
          <ac:chgData name="Sanjay Gawande" userId="939a0903c595349a" providerId="LiveId" clId="{EB6FA139-C4F9-46ED-8349-BDC78A87C821}" dt="2026-07-06T20:42:23.637" v="1593" actId="1076"/>
          <ac:picMkLst>
            <pc:docMk/>
            <pc:sldMk cId="0" sldId="272"/>
            <ac:picMk id="5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903894872791768"/>
          <c:y val="3.3837084378744164E-2"/>
          <c:w val="0.82617041385622403"/>
          <c:h val="0.9096504758301562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influence on adoption rate</c:v>
                </c:pt>
              </c:strCache>
            </c:strRef>
          </c:tx>
          <c:spPr>
            <a:solidFill>
              <a:srgbClr val="0A254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Prior-year
adoption momentum</c:v>
                </c:pt>
                <c:pt idx="1">
                  <c:v>Median
income</c:v>
                </c:pt>
                <c:pt idx="2">
                  <c:v>Charging
infrastructure</c:v>
                </c:pt>
                <c:pt idx="3">
                  <c:v>Population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17</c:v>
                </c:pt>
                <c:pt idx="2">
                  <c:v>11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88-4F6B-8020-DFABDA42D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921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Opener: I chose </a:t>
            </a: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Accelerating Electric Vehicle Adoption as the topic for Capstone 3 project because Healing the Planet and making this world a better place both motivate me as a person.</a:t>
            </a:r>
            <a:endParaRPr lang="en-US" sz="1200" dirty="0"/>
          </a:p>
          <a:p>
            <a:r>
              <a:rPr lang="en-US" sz="1200" dirty="0"/>
              <a:t>I will talk about the problem, the opportunity, what I found, and what I recommend doing about it in this presentation.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00" dirty="0"/>
              <a:t>This video by American Lung Association helps in making the problem tangible (the emissions/climate stakes) before I can dive into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257C9-F58F-6D6A-A3B2-D0A6F67BE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D7A37-C109-9A8E-DF94-EAE803C76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96509-E883-55CA-A7FE-FC5168465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As seen in the video, transportation is a leading source of U.S. emissions, and EVs are one of the few levers we can move on quickly.</a:t>
            </a:r>
          </a:p>
          <a:p>
            <a:endParaRPr lang="en-US" sz="1200" dirty="0"/>
          </a:p>
          <a:p>
            <a:r>
              <a:rPr lang="en-US" sz="1200" dirty="0"/>
              <a:t>To assign numbers, ~28% of 2022 U.S. GHG emissions came from transportation (EPA) — </a:t>
            </a:r>
          </a:p>
          <a:p>
            <a:endParaRPr lang="en-US" sz="1200" dirty="0"/>
          </a:p>
          <a:p>
            <a:r>
              <a:rPr lang="en-US" sz="1200" dirty="0"/>
              <a:t>"So the question isn't whether EVs matter — it's where to focus the money so they matter most."</a:t>
            </a:r>
          </a:p>
          <a:p>
            <a:endParaRPr lang="en-US" dirty="0"/>
          </a:p>
          <a:p>
            <a:r>
              <a:rPr lang="en-US" sz="1200" dirty="0"/>
              <a:t>Core message: infrastructure dollars are limited and expensive, so misallocating them to low-impact counties is a real cost, not just an inefficiency.</a:t>
            </a:r>
          </a:p>
          <a:p>
            <a:r>
              <a:rPr lang="en-US" sz="1200" dirty="0"/>
              <a:t>“So, the attempt here is to build a framework to tell us exactly where investment will and won't work — and why."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FD360-BF17-55B2-B710-6C2981D6B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25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Basic Framework was to unify the data, model what drives adoption, then segment counties by profile.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Washington State sources — EV registrations, vehicle registrations, income, population, and charging stations — merged to the county-year level, 2017–2025.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Ridge regression quantifies which factors actually move county-level EV adoption, and by how much.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groups Washington's 39 counties into three adoption profiles, each facing a different constraint.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5 sources to county-year level (39 counties)  →  Engineered adoption-rate target &amp; prior-year lag  →  Transformed skewed features (Yeo–Johnson) &amp; checked multicollinearity  →  Time-aware train/test split to prevent leakage. Ridge Model was </a:t>
            </a:r>
            <a:r>
              <a:rPr lang="en-US" sz="1200" dirty="0"/>
              <a:t>trained on 2017–2023 and tested on 2024–2025, so the model was validated on data it never saw during tuning.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Kmeans</a:t>
            </a:r>
            <a:r>
              <a:rPr lang="en-US" sz="1200" dirty="0"/>
              <a:t> Model used the most recent 2025 snapshot for clustering.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counties show exponential, compounding growth. Lagging counties stay near zero — a gap driven by income, infrastructure, and population, not chance.</a:t>
            </a:r>
            <a:endParaRPr lang="en-US" sz="1200" b="1" dirty="0"/>
          </a:p>
          <a:p>
            <a:r>
              <a:rPr lang="en-US" sz="1200" dirty="0"/>
              <a:t>The counties that lead now are pulling further ahead every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399"/>
            <a:ext cx="5486400" cy="4800601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lang="en-US" sz="1200" dirty="0">
                <a:solidFill>
                  <a:srgbClr val="E7EEF6"/>
                </a:solidFill>
                <a:latin typeface="Calibri"/>
              </a:rPr>
              <a:t>These pairwise correlations were computed  before any model was built — straight from the merged county-year dataset during EDA phase.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lang="en-US" sz="1200" dirty="0">
                <a:solidFill>
                  <a:srgbClr val="E7EEF6"/>
                </a:solidFill>
                <a:latin typeface="Calibri"/>
              </a:rPr>
              <a:t>They show that momentum, income, and infrastructure matter most; population matters least.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lang="en-US" sz="1200" dirty="0"/>
              <a:t>Raw population correlates positively, but once you control for income and infrastructure (in the regression), its independent contribution shrinks further.</a:t>
            </a:r>
            <a:endParaRPr lang="en-US" sz="1200" dirty="0">
              <a:solidFill>
                <a:srgbClr val="E7EEF6"/>
              </a:solidFill>
              <a:latin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280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" The model was fit on 2017 to 2023 data and tested  on years it had never seen (2024-2025)."</a:t>
            </a:r>
            <a:endParaRPr lang="en-US" dirty="0"/>
          </a:p>
          <a:p>
            <a:r>
              <a:rPr lang="en-US" sz="1200" dirty="0"/>
              <a:t>R² = 0.96 means the model explains 96% of the variation in test-set adoption rates — a strong result.</a:t>
            </a:r>
          </a:p>
          <a:p>
            <a:r>
              <a:rPr lang="en-US" sz="1200" dirty="0"/>
              <a:t>The elbow/silhouette chart on the right is the evidence for why exactly 3 county segments were picked , not 2 or 5.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dirty="0">
                <a:solidFill>
                  <a:srgbClr val="4FD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chart is based on the feature importance output for Ridge Regression model. 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dirty="0"/>
              <a:t>In this case, momentum was ~100 (indexed), income ~17, charging infrastructure ~11, population ~3 — all relative to momentum.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SzPct val="100000"/>
              <a:buNone/>
            </a:pPr>
            <a:endParaRPr lang="en-US" sz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SzPct val="100000"/>
              <a:buNone/>
            </a:pPr>
            <a:r>
              <a:rPr lang="en-US" sz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it shows is that</a:t>
            </a:r>
            <a:endParaRPr lang="en-US" sz="1200" dirty="0">
              <a:solidFill>
                <a:srgbClr val="E7EEF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Early-adopting counties keep pulling ahead — momentum compounds.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sets the pace, but isn't the whole story.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infrastructure can meaningfully substitute for income.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en-US" sz="1200" dirty="0">
                <a:solidFill>
                  <a:srgbClr val="E7EEF6"/>
                </a:solidFill>
                <a:latin typeface="Calibri"/>
              </a:rPr>
              <a:t>Two independent analyses (raw correlation and regression coefficients) pointing to the same drivers gives real confidence in the finding.</a:t>
            </a:r>
          </a:p>
          <a:p>
            <a:pPr marL="0" indent="0">
              <a:lnSpc>
                <a:spcPct val="115000"/>
              </a:lnSpc>
              <a:buSzPct val="100000"/>
              <a:buNone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Leaders (self-sustaining), Rising Markets (infrastructure compensating for income), Charging Desert (Garfield County, the one true outlier).</a:t>
            </a:r>
            <a:endParaRPr lang="en-US" dirty="0"/>
          </a:p>
          <a:p>
            <a:r>
              <a:rPr lang="en-US" sz="1200" dirty="0"/>
              <a:t>Garfield is the single most actionable insight on this slide: comparable income to Rising Markets counties, but zero charging — that's a solvable, bounded problem.</a:t>
            </a:r>
          </a:p>
          <a:p>
            <a:r>
              <a:rPr lang="en-US" sz="1200" dirty="0"/>
              <a:t>These profiles indicate that each segment will map to a different funding strategy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Left chart shows Counties plotted by income vs. charging density — you can see the three groups separate except one or two counties that are separate on z axis of population (not shown here) as they have lower population. The × marks show cluster centers.</a:t>
            </a:r>
            <a:endParaRPr lang="en-US" dirty="0"/>
          </a:p>
          <a:p>
            <a:r>
              <a:rPr lang="en-US" sz="1200" dirty="0"/>
              <a:t>Right chart: confirms the groups aren't just visually different but statistically different in adoption rate and size.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Phase 1 (Garfield): small, bounded, public-capital investment — low cost, clears the one true infrastructure gap in the state.</a:t>
            </a:r>
          </a:p>
          <a:p>
            <a:r>
              <a:rPr lang="en-US" sz="1200" dirty="0"/>
              <a:t>Phase 2 (Rising Markets): demand-side rebates, very few charging stations as needed, just maintenance and uptime— infrastructure is already there.</a:t>
            </a:r>
          </a:p>
          <a:p>
            <a:r>
              <a:rPr lang="en-US" sz="1200" dirty="0"/>
              <a:t>Phase 3 (Leaders): recommend stepping back from public spend — private/commercial capital can carry this segment on its own.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Public capital for EV initiatives and policies is scarce and precious so each of the 4 points as alluded to on the previous slide can create a focused impact for EV transitions with effective utilization of public funding.</a:t>
            </a:r>
            <a:endParaRPr lang="en-US" dirty="0"/>
          </a:p>
          <a:p>
            <a:r>
              <a:rPr lang="en-US" sz="1200" dirty="0"/>
              <a:t>Its scalability is beyond Washington State.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EV adoption is predictable, and knowing which factor is binding for a particular location, county in our case tells you what kind of investment will work.</a:t>
            </a:r>
            <a:endParaRPr lang="en-US" dirty="0"/>
          </a:p>
          <a:p>
            <a:r>
              <a:rPr lang="en-US" sz="1200" dirty="0"/>
              <a:t>(Regression / Clustering / Roadmap)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4 most actionable items if we would like to get started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Full dataset URLs and the EPA citation are listed for anyone who wants to verify independently.</a:t>
            </a:r>
            <a:endParaRPr lang="en-US" dirty="0"/>
          </a:p>
          <a:p>
            <a:r>
              <a:rPr lang="en-US" sz="1200" dirty="0"/>
              <a:t>The accompanying project report/README link can be </a:t>
            </a:r>
            <a:r>
              <a:rPr lang="en-US" sz="1200"/>
              <a:t>referred to for </a:t>
            </a:r>
            <a:r>
              <a:rPr lang="en-US" sz="1200" dirty="0"/>
              <a:t>full methodology, limitations, and assumptions.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V5w2TiEohs8?feature=oembed" TargetMode="Externa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V5w2TiEohs8" TargetMode="External"/><Relationship Id="rId3" Type="http://schemas.openxmlformats.org/officeDocument/2006/relationships/image" Target="../media/image7.png"/><Relationship Id="rId7" Type="http://schemas.openxmlformats.org/officeDocument/2006/relationships/hyperlink" Target="ofm.wa.gov/data-research/population-demographics/estimate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ofm.wa.gov/data-research/economy/median-household-income-estimates" TargetMode="External"/><Relationship Id="rId5" Type="http://schemas.openxmlformats.org/officeDocument/2006/relationships/hyperlink" Target="data.wa.gov/Transportation/Vehicle-Registrations-by-Class-and-County/hmzg-s6q4" TargetMode="External"/><Relationship Id="rId4" Type="http://schemas.openxmlformats.org/officeDocument/2006/relationships/hyperlink" Target="data.wa.gov/Transportation/Electric-Vehicle-Population-Data/f6w7-q2d2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linkedin.com/in/saileegawande" TargetMode="External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gawandesailee-lab/learndsp/tree/main/Data%20Science%20Capstone%203%20Project" TargetMode="Externa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16A0301-1797-9C2C-F90A-75F42F40A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1920" y="1691640"/>
            <a:ext cx="12192000" cy="4876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8956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150" dirty="0">
                <a:solidFill>
                  <a:srgbClr val="9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SPRINGBOARD DATA SCIENCE CAREER TRACK · CAPSTONE THREE · SAILEE GAWANDE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3937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Accelerating Electric Vehicle Adoption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1596047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County-Level Framework for Targeted Infrastructure Investment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|  Washington State Case Study, 2017–2025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1" name="Online Media 10" title="The Electric Vehicle Solution">
            <a:hlinkClick r:id="" action="ppaction://media"/>
            <a:extLst>
              <a:ext uri="{FF2B5EF4-FFF2-40B4-BE49-F238E27FC236}">
                <a16:creationId xmlns:a16="http://schemas.microsoft.com/office/drawing/2014/main" id="{1137B071-CEB3-10CD-B505-B476708CCC9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A86FE-099C-A49C-4D48-5614DCE4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20264A-2728-8CC8-B7BC-F8732304C22B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14602C-2879-B00A-85A2-CB3CFD97BD9A}"/>
              </a:ext>
            </a:extLst>
          </p:cNvPr>
          <p:cNvSpPr/>
          <p:nvPr/>
        </p:nvSpPr>
        <p:spPr>
          <a:xfrm>
            <a:off x="548639" y="713232"/>
            <a:ext cx="10390293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Targeted Allocation of Public dollars for EV Infrastructure &amp; Policies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924580-24B2-2A47-45FD-D5BA912049E4}"/>
              </a:ext>
            </a:extLst>
          </p:cNvPr>
          <p:cNvSpPr/>
          <p:nvPr/>
        </p:nvSpPr>
        <p:spPr>
          <a:xfrm>
            <a:off x="548640" y="1828800"/>
            <a:ext cx="6309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853F47-E0B2-DB3E-E39E-4DA78CBEE119}"/>
              </a:ext>
            </a:extLst>
          </p:cNvPr>
          <p:cNvSpPr/>
          <p:nvPr/>
        </p:nvSpPr>
        <p:spPr>
          <a:xfrm>
            <a:off x="548640" y="1783079"/>
            <a:ext cx="11109960" cy="4361689"/>
          </a:xfrm>
          <a:prstGeom prst="roundRect">
            <a:avLst>
              <a:gd name="adj" fmla="val 2540"/>
            </a:avLst>
          </a:prstGeom>
          <a:solidFill>
            <a:srgbClr val="F0F5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0900F16-3E77-025B-543D-90C6AF5B9BA3}"/>
              </a:ext>
            </a:extLst>
          </p:cNvPr>
          <p:cNvSpPr/>
          <p:nvPr/>
        </p:nvSpPr>
        <p:spPr>
          <a:xfrm>
            <a:off x="548640" y="215392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~28%</a:t>
            </a:r>
            <a:endParaRPr lang="en-US" sz="5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EC16B8F-DCA3-E79E-691F-C8D767CEB645}"/>
              </a:ext>
            </a:extLst>
          </p:cNvPr>
          <p:cNvSpPr/>
          <p:nvPr/>
        </p:nvSpPr>
        <p:spPr>
          <a:xfrm>
            <a:off x="2678855" y="2245362"/>
            <a:ext cx="737954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2022 U.S. greenhouse gas emissions came from transportation (EPA — see Sources, slide 14)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E5CE6ED-E31B-1824-F168-75AC68A19A0D}"/>
              </a:ext>
            </a:extLst>
          </p:cNvPr>
          <p:cNvSpPr/>
          <p:nvPr/>
        </p:nvSpPr>
        <p:spPr>
          <a:xfrm flipV="1">
            <a:off x="533400" y="3394795"/>
            <a:ext cx="11079480" cy="1087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50310F-8853-03B6-F289-82A63F200F90}"/>
              </a:ext>
            </a:extLst>
          </p:cNvPr>
          <p:cNvSpPr/>
          <p:nvPr/>
        </p:nvSpPr>
        <p:spPr>
          <a:xfrm>
            <a:off x="533400" y="3450674"/>
            <a:ext cx="11125200" cy="2585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scalable, data-driven framework </a:t>
            </a:r>
          </a:p>
          <a:p>
            <a:pPr marL="0" indent="0">
              <a:buNone/>
            </a:pPr>
            <a:endParaRPr lang="en-US" sz="2800" i="1" dirty="0">
              <a:solidFill>
                <a:srgbClr val="1C729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using Washington State as a case study </a:t>
            </a:r>
          </a:p>
          <a:p>
            <a:r>
              <a:rPr lang="en-US" sz="2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to identify optimal locations for EV related investments to maximize adoption &amp; ROI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896A2D0-9C64-DD26-E2C5-4705E79E8C42}"/>
              </a:ext>
            </a:extLst>
          </p:cNvPr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62244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models, one goal: know where — and why — to invest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10128" cy="370332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286000"/>
            <a:ext cx="731520" cy="73152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238109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20040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Unify Data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1248" y="3703320"/>
            <a:ext cx="29443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Washington State sources (2017 – 2025) County/Year Level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521208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060" y="367131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845052" y="364388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204" y="3717036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178808" y="1965960"/>
            <a:ext cx="3310128" cy="370332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4471416" y="2286000"/>
            <a:ext cx="731520" cy="73152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6514" y="2381098"/>
            <a:ext cx="541325" cy="5413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471416" y="32004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Model Drivers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4471416" y="3703320"/>
            <a:ext cx="27249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for quantification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471416" y="521208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228" y="3671316"/>
            <a:ext cx="292608" cy="29260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475220" y="364388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8372" y="3717036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808976" y="1965960"/>
            <a:ext cx="3310128" cy="370332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8101584" y="2286000"/>
            <a:ext cx="731520" cy="73152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6682" y="2381098"/>
            <a:ext cx="541325" cy="54132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101584" y="3200400"/>
            <a:ext cx="2994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Segment Counties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8101584" y="3703320"/>
            <a:ext cx="27249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for segmentation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8101584" y="521208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Five state datasets, two modeling approaches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175107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37360"/>
            <a:ext cx="495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Datasets (WA State, 2017–2025)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879037"/>
              </p:ext>
            </p:extLst>
          </p:nvPr>
        </p:nvGraphicFramePr>
        <p:xfrm>
          <a:off x="548639" y="2330024"/>
          <a:ext cx="5547361" cy="2788920"/>
        </p:xfrm>
        <a:graphic>
          <a:graphicData uri="http://schemas.openxmlformats.org/drawingml/2006/table">
            <a:tbl>
              <a:tblPr/>
              <a:tblGrid>
                <a:gridCol w="2465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1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Registrations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EVs (numerator) &amp;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registered vehicles (denominator)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county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Population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EVs by Model Year &amp; Attributes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42086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Income (OFM)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 income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(OFM)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 population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Stations (WSDOT)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charger locations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1751076"/>
            <a:ext cx="338328" cy="3383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 Approach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161803"/>
              </p:ext>
            </p:extLst>
          </p:nvPr>
        </p:nvGraphicFramePr>
        <p:xfrm>
          <a:off x="6263640" y="2330025"/>
          <a:ext cx="5349240" cy="278892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Inputs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5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 adoption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adoption, income, charging density, population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28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Clustering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 segments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Income, charging density, population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77724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 8"/>
          <p:cNvSpPr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adoption gap between counties is very wide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63974" y="1691639"/>
            <a:ext cx="5572151" cy="4782313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harts/eda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5" y="1744809"/>
            <a:ext cx="5349240" cy="3997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5632" y="5849787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counties by EV adoption rate, 2017–2025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59332" y="1691639"/>
            <a:ext cx="5548712" cy="4782313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charts/eda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664" y="1744809"/>
            <a:ext cx="5349239" cy="3997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793" y="5849791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counties by EV adoption rate, 2017–2025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839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Correlations with Prior year adoption, Income, Charging Density </a:t>
            </a:r>
            <a:endParaRPr sz="2800" b="1" i="0" dirty="0">
              <a:solidFill>
                <a:srgbClr val="1E293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correlation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1326225"/>
            <a:ext cx="8366760" cy="51660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VALIDATION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models were fitted &amp; tested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175107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Ridge Regression — Held-Out Test (2024–2025)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105692"/>
              </p:ext>
            </p:extLst>
          </p:nvPr>
        </p:nvGraphicFramePr>
        <p:xfrm>
          <a:off x="548640" y="2194560"/>
          <a:ext cx="5349240" cy="20116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96% of adoption variance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prediction 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Predictions close to actual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343400"/>
            <a:ext cx="5349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time-aware cross-validation (5-fold TimeSeriesSplit) — the model was never shown future years during tuning.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263640" y="1691640"/>
            <a:ext cx="534924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charts/model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246" y="1856232"/>
            <a:ext cx="5004029" cy="27340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28232" y="4700016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&amp; silhouette score — confirms k = 3 clusters is optimal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39" y="713232"/>
            <a:ext cx="812122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Momentum, income &amp; infrastructure — Key Drivers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266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26680" y="3977640"/>
            <a:ext cx="37033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577007C-694F-1074-CED7-156345FBEE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5893232"/>
              </p:ext>
            </p:extLst>
          </p:nvPr>
        </p:nvGraphicFramePr>
        <p:xfrm>
          <a:off x="762000" y="1545336"/>
          <a:ext cx="9907692" cy="4879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2"/>
          <p:cNvSpPr/>
          <p:nvPr/>
        </p:nvSpPr>
        <p:spPr>
          <a:xfrm>
            <a:off x="6035040" y="2301139"/>
            <a:ext cx="3657600" cy="1874520"/>
          </a:xfrm>
          <a:prstGeom prst="roundRect">
            <a:avLst>
              <a:gd name="adj" fmla="val 5161"/>
            </a:avLst>
          </a:prstGeom>
          <a:solidFill>
            <a:srgbClr val="F0F5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3"/>
          <p:cNvSpPr/>
          <p:nvPr/>
        </p:nvSpPr>
        <p:spPr>
          <a:xfrm>
            <a:off x="6197601" y="269161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96%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459132" y="2587984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variation in county adoption rates is explained by the model (test data, 2024–2025)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Washington's counties fall into three distinct adoption profiles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1296" cy="425196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11680"/>
            <a:ext cx="594360" cy="59436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Electric car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8515" y="208894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94438"/>
            <a:ext cx="2441448" cy="432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High-Adoption Leaders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554480" y="2375777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counties · 41%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2788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~3.0%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41248" y="3364992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adoption rate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41247" y="3749040"/>
            <a:ext cx="288408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883769"/>
              </p:ext>
            </p:extLst>
          </p:nvPr>
        </p:nvGraphicFramePr>
        <p:xfrm>
          <a:off x="841248" y="3886200"/>
          <a:ext cx="2724912" cy="609600"/>
        </p:xfrm>
        <a:graphic>
          <a:graphicData uri="http://schemas.openxmlformats.org/drawingml/2006/table">
            <a:tbl>
              <a:tblPr/>
              <a:tblGrid>
                <a:gridCol w="1498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~$96K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density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841248" y="4617720"/>
            <a:ext cx="27249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King, Snohomish, Clark, and other high-income, high-population counties. Adoption is self-sustaining.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78808" y="1737360"/>
            <a:ext cx="3511296" cy="425196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471416" y="2011680"/>
            <a:ext cx="594360" cy="59436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683" y="208894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84648" y="201168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Rising Markets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5184648" y="235915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counties · 56%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471416" y="2788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~1.6%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471416" y="3364992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adoption rate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471415" y="3749040"/>
            <a:ext cx="287765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355420"/>
              </p:ext>
            </p:extLst>
          </p:nvPr>
        </p:nvGraphicFramePr>
        <p:xfrm>
          <a:off x="4471416" y="3886200"/>
          <a:ext cx="2724912" cy="609600"/>
        </p:xfrm>
        <a:graphic>
          <a:graphicData uri="http://schemas.openxmlformats.org/drawingml/2006/table">
            <a:tbl>
              <a:tblPr/>
              <a:tblGrid>
                <a:gridCol w="1498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$60K–95K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density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 17"/>
          <p:cNvSpPr/>
          <p:nvPr/>
        </p:nvSpPr>
        <p:spPr>
          <a:xfrm>
            <a:off x="4471416" y="4516122"/>
            <a:ext cx="27249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Columbia, Lincoln, Adams, and similar counties. Infrastructure is compensating for lower income.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808975" y="1737360"/>
            <a:ext cx="3511295" cy="425196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101584" y="2011680"/>
            <a:ext cx="594360" cy="59436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851" y="2088947"/>
            <a:ext cx="439826" cy="43982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814816" y="201168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Charging Desert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8814816" y="235915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county (Garfield)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8101584" y="2788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~0.1%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8101584" y="3364992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adoption rate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8101583" y="3749040"/>
            <a:ext cx="288814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416617"/>
              </p:ext>
            </p:extLst>
          </p:nvPr>
        </p:nvGraphicFramePr>
        <p:xfrm>
          <a:off x="8101584" y="3886200"/>
          <a:ext cx="2724912" cy="609600"/>
        </p:xfrm>
        <a:graphic>
          <a:graphicData uri="http://schemas.openxmlformats.org/drawingml/2006/table">
            <a:tbl>
              <a:tblPr/>
              <a:tblGrid>
                <a:gridCol w="1498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~$71K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density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Text 25"/>
          <p:cNvSpPr/>
          <p:nvPr/>
        </p:nvSpPr>
        <p:spPr>
          <a:xfrm>
            <a:off x="8101584" y="4617720"/>
            <a:ext cx="27249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income to Rising Markets counties, but zero public charging — momentum never starts.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VISUALIZED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and infrastructure separate the three groups effectively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19088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charts/model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27" y="1856232"/>
            <a:ext cx="6363615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5340096"/>
            <a:ext cx="5934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 plotted by income vs. charging density, sized by population; × marks cluster centers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32320" y="1691640"/>
            <a:ext cx="4507992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charts/model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1856231"/>
            <a:ext cx="4315968" cy="21525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96912" y="5340096"/>
            <a:ext cx="4178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rate and county count by cluster — confirms the 3 groups are meaningfully different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three-phase roadmap, matched to funding source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65576" cy="4160520"/>
          </a:xfrm>
          <a:prstGeom prst="roundRect">
            <a:avLst>
              <a:gd name="adj" fmla="val 2210"/>
            </a:avLst>
          </a:prstGeom>
          <a:solidFill>
            <a:srgbClr val="F0F5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075688"/>
            <a:ext cx="777240" cy="777240"/>
          </a:xfrm>
          <a:prstGeom prst="roundRect">
            <a:avLst>
              <a:gd name="adj" fmla="val 58824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07568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783080" y="21488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40487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Foundation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41248" y="306324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GARFIELD COUNTY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383280"/>
            <a:ext cx="27249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baseline highway-corridor charging to eliminate the state's only total charging desert.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" y="5148072"/>
            <a:ext cx="2724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5257800"/>
            <a:ext cx="2724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548640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public capital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78808" y="1783080"/>
            <a:ext cx="3465576" cy="4160520"/>
          </a:xfrm>
          <a:prstGeom prst="roundRect">
            <a:avLst>
              <a:gd name="adj" fmla="val 2210"/>
            </a:avLst>
          </a:prstGeom>
          <a:solidFill>
            <a:srgbClr val="F0F5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71416" y="2075688"/>
            <a:ext cx="777240" cy="777240"/>
          </a:xfrm>
          <a:prstGeom prst="roundRect">
            <a:avLst>
              <a:gd name="adj" fmla="val 588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71416" y="207568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13248" y="21488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13248" y="240487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Activation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71416" y="306324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MARKETS COUNTIES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71416" y="3383280"/>
            <a:ext cx="27249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purchase rebates and used-BEV subsidies to unlock pent-up demand; maintain fast-charger uptime.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71416" y="5148072"/>
            <a:ext cx="2724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71416" y="5257800"/>
            <a:ext cx="2724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71416" y="5486399"/>
            <a:ext cx="3044952" cy="4571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rebates + private matching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08976" y="1783080"/>
            <a:ext cx="3465576" cy="4160520"/>
          </a:xfrm>
          <a:prstGeom prst="roundRect">
            <a:avLst>
              <a:gd name="adj" fmla="val 2210"/>
            </a:avLst>
          </a:prstGeom>
          <a:solidFill>
            <a:srgbClr val="F0F5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01584" y="2075688"/>
            <a:ext cx="777240" cy="777240"/>
          </a:xfrm>
          <a:prstGeom prst="roundRect">
            <a:avLst>
              <a:gd name="adj" fmla="val 58824"/>
            </a:avLst>
          </a:prstGeom>
          <a:solidFill>
            <a:srgbClr val="3D8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01584" y="207568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043416" y="214884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3D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43416" y="2404872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Autonomy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101584" y="306324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HIGH-ADOPTION LEADERS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01584" y="3383280"/>
            <a:ext cx="27249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private commercial capital for destination charging; public spend limited to grid capacity and select low-income pockets.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1584" y="5148072"/>
            <a:ext cx="2724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01584" y="5257800"/>
            <a:ext cx="2724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01584" y="548640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private capital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Concentrate scarce public capital where it changes outcomes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184846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647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Closes the state's one true charging desert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34440" y="216712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targeted investment in Garfield County removes the only structural barrier where infrastructure — not income — is the constraint.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02920" cy="50292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300" y="184846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6479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Activates demand where infrastructure is ready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903720" y="216712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Markets counties already have charging supply; rebates convert existing infrastructure into adoption.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349438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39" y="3410712"/>
            <a:ext cx="473964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Frees public capital for where it's needed most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234440" y="381304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High-Adoption Leaders can be served by private commercial investment, redirecting public dollars elsewhere.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217920" y="3429000"/>
            <a:ext cx="502920" cy="50292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300" y="3494380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34107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to scale beyond Washington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6903720" y="381304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pipeline and models can be re-run on any state with comparable registration and infrastructure data.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 points to a clear, fundable strategy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0A254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rgbClr val="1335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47" y="218038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9601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EV adoption is not random — it is driven, predictably, by momentum, income, and infrastructure. Knowing which of those three is binding in a given county tells us exactly what kind of investment will move the needle there.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" y="43891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" y="4800600"/>
            <a:ext cx="29900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what drives adoption and by how much (R² = 0.96).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25112" y="416052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81144" y="43891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Clustering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81144" y="4800600"/>
            <a:ext cx="29900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those drivers into 3 actionable county segments.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01584" y="416052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357616" y="43891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Roadmap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357616" y="4800600"/>
            <a:ext cx="29900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each segment to the right funding mechanism.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1335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631850"/>
            <a:ext cx="473659" cy="4736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4FD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Recommended path forward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277063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highway-corridor charging investment in Garfield County</a:t>
            </a:r>
            <a:endParaRPr lang="en-US" b="1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4440" y="3547872"/>
            <a:ext cx="97728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rebate / used-BEV subsidy program / (infrastructure as needed) for Rising Market counties</a:t>
            </a:r>
            <a:endParaRPr lang="en-US" b="1" dirty="0"/>
          </a:p>
        </p:txBody>
      </p:sp>
      <p:sp>
        <p:nvSpPr>
          <p:cNvPr id="13" name="Shape 10"/>
          <p:cNvSpPr/>
          <p:nvPr/>
        </p:nvSpPr>
        <p:spPr>
          <a:xfrm>
            <a:off x="548640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34440" y="432511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private and utility partners on buildout in Leader counties</a:t>
            </a:r>
            <a:endParaRPr lang="en-US" b="1" dirty="0"/>
          </a:p>
        </p:txBody>
      </p:sp>
      <p:sp>
        <p:nvSpPr>
          <p:cNvPr id="16" name="Shape 13"/>
          <p:cNvSpPr/>
          <p:nvPr/>
        </p:nvSpPr>
        <p:spPr>
          <a:xfrm>
            <a:off x="548640" y="5120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34440" y="510235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framework to additional states for broader validation</a:t>
            </a:r>
            <a:endParaRPr lang="en-US" b="1" dirty="0"/>
          </a:p>
        </p:txBody>
      </p:sp>
      <p:sp>
        <p:nvSpPr>
          <p:cNvPr id="19" name="Text 1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CITATIONS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sources and references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1480" cy="411480"/>
          </a:xfrm>
          <a:prstGeom prst="ellipse">
            <a:avLst/>
          </a:prstGeom>
          <a:solidFill>
            <a:srgbClr val="F0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32" y="1745132"/>
            <a:ext cx="304495" cy="3044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Datasets (Washington State Open Data, 2017–2025)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355801"/>
              </p:ext>
            </p:extLst>
          </p:nvPr>
        </p:nvGraphicFramePr>
        <p:xfrm>
          <a:off x="548640" y="2148840"/>
          <a:ext cx="11064240" cy="2304288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 Vehicle Population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/>
                        </a:rPr>
                        <a:t>data.wa.gov/Transportation/Electric-Vehicle-Population-Data/f6w7-q2d2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Registrations by Class and County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/>
                        </a:rPr>
                        <a:t>data.wa.gov/Transportation/Vehicle-Registrations-by-Class-and-County/hmzg-s6q4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Household Income Estimates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/>
                        </a:rPr>
                        <a:t>ofm.wa.gov/data-research/economy/median-household-income-estimates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Estimates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/>
                        </a:rPr>
                        <a:t>ofm.wa.gov/data-research/population-demographics/estimates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Charging Stations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/>
                        </a:rPr>
                        <a:t>ev-map-wsdot.hub.arcgis.com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02920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4864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references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EPA, "Sources of Greenhouse Gas Emissions" — transportation share of 2022 U.S. emissions (epa.gov/ghgemissions/sources-greenhouse-gas-emissions), cited on slide 3.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60570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methodology, assumptions, and limitations are documented in the accompanying project report and README.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D33C144-9B18-2BE4-A027-FB093A339BB9}"/>
              </a:ext>
            </a:extLst>
          </p:cNvPr>
          <p:cNvSpPr/>
          <p:nvPr/>
        </p:nvSpPr>
        <p:spPr>
          <a:xfrm>
            <a:off x="548640" y="5765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Lung Association Video on Electric Vehicle Solution —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https://www.youtube.com/watch?v=V5w2TiEohs8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slide 2.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1335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723290"/>
            <a:ext cx="473659" cy="4736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3337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4480560"/>
            <a:ext cx="384048" cy="384048"/>
          </a:xfrm>
          <a:prstGeom prst="ellipse">
            <a:avLst/>
          </a:prstGeom>
          <a:solidFill>
            <a:srgbClr val="1335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66" y="4530486"/>
            <a:ext cx="284196" cy="2841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44805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gawandesailee@gmail.com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5010912"/>
            <a:ext cx="384048" cy="384048"/>
          </a:xfrm>
          <a:prstGeom prst="ellipse">
            <a:avLst/>
          </a:prstGeom>
          <a:solidFill>
            <a:srgbClr val="1335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566" y="5060838"/>
            <a:ext cx="284196" cy="2841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50109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  <a:hlinkClick r:id="rId6"/>
              </a:rPr>
              <a:t>GitHub Repository Link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Shape 8"/>
          <p:cNvSpPr/>
          <p:nvPr/>
        </p:nvSpPr>
        <p:spPr>
          <a:xfrm>
            <a:off x="548640" y="5541264"/>
            <a:ext cx="384048" cy="384048"/>
          </a:xfrm>
          <a:prstGeom prst="ellipse">
            <a:avLst/>
          </a:prstGeom>
          <a:solidFill>
            <a:srgbClr val="1335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566" y="5591190"/>
            <a:ext cx="284196" cy="2841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554126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linkedin.com/in/saileegawande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2102</Words>
  <Application>Microsoft Office PowerPoint</Application>
  <PresentationFormat>Widescreen</PresentationFormat>
  <Paragraphs>271</Paragraphs>
  <Slides>17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Accelerating EV Adoption — Executive Briefing</dc:title>
  <dc:subject>PptxGenJS Presentation</dc:subject>
  <dc:creator>Springboard Capstone 3</dc:creator>
  <cp:lastModifiedBy>Sanjay Gawande</cp:lastModifiedBy>
  <cp:revision>3</cp:revision>
  <dcterms:created xsi:type="dcterms:W3CDTF">2026-07-05T20:53:23Z</dcterms:created>
  <dcterms:modified xsi:type="dcterms:W3CDTF">2026-07-06T22:44:45Z</dcterms:modified>
</cp:coreProperties>
</file>